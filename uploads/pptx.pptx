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c6ee36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c6ee36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fc6ee36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fc6ee36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c6ee369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c6ee369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fc6ee36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fc6ee36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fc6ee369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fc6ee369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c6ee369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c6ee369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fc6ee369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fc6ee369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fc6ee369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fc6ee369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뇌소포의 분화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/>
              <a:t>1조 김수환 김재영 오소민 장현서 안준수 전우호 황채은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일차뇌소포→앞뇌, 중간뇌, 마름뇌라는 세개의 팽창 부위를 발생시킨다.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*일차뇌소포:신경판의 앞쪽에 팽창된 부분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650" y="627200"/>
            <a:ext cx="7545101" cy="25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앞뇌의 분화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71025" y="2993950"/>
            <a:ext cx="7214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앞뇌는 꼬리쪽 사이뇌와 머리쪽 끝뇌로 분화된다.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사이뇌: 눈잔, 시상, 신경뇌하수체 및 솔방울샘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-셋째 뇌실  공간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끝뇌: 대뇌반구, 후각망울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-쌍으로 된 가쪽뇌실 존재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00" y="1017725"/>
            <a:ext cx="4917475" cy="20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6975" y="1017725"/>
            <a:ext cx="2985477" cy="200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사이뇌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081275" y="1533925"/>
            <a:ext cx="6952200" cy="16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/>
              <a:t>왼쪽및 오른쪽 날개판과 지붕판으로부터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-사이뇌 가쪽 벽 안쪽 면에서 세포증식이 일어나 시상하부, 시상, 시상하부 덩어리를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-시상: 소뇌와 바닥신경절로부터 대뇌겉질로 감각신호를 전달하는 역할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-시상하부: 내장기능, 소화, 체온, 감정적 행동을 조절하는 많은 수의 핵 발생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-시상상부: 뇌하수체의 내분비 활동을 조절하고 많은 자율반사에 영향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48833" t="-593"/>
          <a:stretch/>
        </p:blipFill>
        <p:spPr>
          <a:xfrm>
            <a:off x="34225" y="1627450"/>
            <a:ext cx="2959724" cy="21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0" y="434775"/>
            <a:ext cx="456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중간뇌의 분화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82500" y="861550"/>
            <a:ext cx="5323500" cy="28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/>
              <a:t>중간뇌 부위에서 머리굽이라는 앞배쪽 굽이 발생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-좁은 중심관과 함께 척수형태로 존재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/>
              <a:t>날개판과 바닥판의 지붕판-바닥판으로의 정중방향 팽창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중간뇌의 신경관의 크기 감소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→ 중간뇌 수도관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-바닥판: 일반몸날신경집단 부위와 일반내장날신경집단의 운동핵 무리를 발생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-대뇌섬유다리는 각 바닥판의 가장자리 층의 확장에 의해 형성→ 대뇌겉질로부터 다리뇌와 척수의 하부 중심으로 내려가는 신경로의 통로 제공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0" r="32948" t="0"/>
          <a:stretch/>
        </p:blipFill>
        <p:spPr>
          <a:xfrm>
            <a:off x="476150" y="1329375"/>
            <a:ext cx="2677100" cy="28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마름뇌의 분화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3055625"/>
            <a:ext cx="6423000" cy="16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/>
              <a:t>-</a:t>
            </a:r>
            <a:r>
              <a:rPr lang="ko" sz="1600"/>
              <a:t>신경구멍의 닫힘 직후 및 다리뇌굽이의 형성결과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/>
              <a:t>-두 개의 팽창부위 형성, 다음뇌와 숨뇌로 분화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600"/>
              <a:t>-마름뇌의 가쪽벽이 등쪽으로 확장→ 지붕판의 다이아몬드형의 구조물로 늘어짐→넷째뇌실이라는 큰 중심공간 발생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75" y="1212750"/>
            <a:ext cx="2305050" cy="164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6075" y="1170125"/>
            <a:ext cx="2313564" cy="173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2039" y="1170125"/>
            <a:ext cx="2631450" cy="173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숨뇌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463500" y="1365100"/>
            <a:ext cx="4116000" cy="18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</a:t>
            </a:r>
            <a:r>
              <a:rPr lang="ko"/>
              <a:t>지붕판, 마루판, 등쪽 날개판, 배쪽 바닥판이 가쪽 벽을 구성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-지붕판은 단층의 뇌실막 세포로 구성됨→ 뇌실막 세포와 혈관층의 조합으로 맥락조직 형성→ 두개의 맥락조직이 넷째뇌실 내로 돌출되어 넷째뇌실의 맥락얼기 형성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-바닥판은 세개의 운동핵 집단, 날개판은 네개의 핵 집단을 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-날개판 세포는 소뇌에 연접 충격을 전해주는 구조물인 올리브핵 복합체를 형성</a:t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75" y="1498800"/>
            <a:ext cx="3753688" cy="184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다음뇌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4309375" y="1129475"/>
            <a:ext cx="41826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-</a:t>
            </a:r>
            <a:r>
              <a:rPr lang="ko" sz="1200"/>
              <a:t>마름뇌 앞부분에서 발달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/>
              <a:t>-등쪽에 위치한 소뇌와 배쪽 확대부분인 다리뇌라는 특수한 구조를 형성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/>
              <a:t>-소뇌→ 운동과 자세의 중추, 다리뇌→대뇌와 소뇌 사이의 신경섬유 통로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200"/>
              <a:t>-바닥판은 특수내장날신경핵을, 날개판은 일반몸들신경핵을 포함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80400"/>
            <a:ext cx="365760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1472700"/>
            <a:ext cx="8520600" cy="22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4800"/>
              <a:t>감사합니다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